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slides/slide1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7" r:id="rId17"/>
    <p:sldId id="268" r:id="rId18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  <Relationship Id="rId18" Type="http://schemas.openxmlformats.org/officeDocument/2006/relationships/slide" Target="slides/slide12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대신저축은행·KB그룹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ECR push·Pod 배포까지의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IBM KTS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1/3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ELK·Kibana 기반 통합 로그 관제, NLB/ALB 계층별 트래픽 분산 설계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"찜" 이벤트 당시 동접 약 30만 명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2/3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ELK·Kibana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2025.05~2025.06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CDN 이관 (Akamai → CloudFront)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라이선스 비용 부담으로 CloudFront 전환, Route53 가중치 기반 단계적 트래픽 이관으로 리스크 최소화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Edge 규칙(리다이렉션, 헤더 조작, 이미지 최적화)을 Lambda@Edge로 재구현해 기능 연속성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CloudWatch·Athena 로그 분석으로 국가별 Latency·Cache Hit Ratio 최적화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운영비용 약 15% 절감, 무중단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2023.10~2024.03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운송통합시스템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Nutanix 장비 구축 및 펌웨어 업데이트, 네트워크/VM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LENA WEB/WAS 구성 및 OS 보안조치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APM(TunA) Transaction Trace 기반 트랜잭션 로그 분석으로 병목 구간·Memory Leak 포인트 파악 및 사전 제거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안정적인 운송통합시스템 전환, TunA 기반 사전 진단으로 장애 예방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등록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305" name="Shape 3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6" name="Shape 4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7" name="Shape 5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8" name="Text 6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309" name="Text 7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2026.03~09</a:t>
            </a:r>
            <a:endParaRPr lang="en-US" sz="950" dirty="0"/>
          </a:p>
        </p:txBody>
      </p:sp>
      <p:sp>
        <p:nvSpPr>
          <p:cNvPr id="310" name="Text 8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통합 모니터링 &amp; Sentry 에러 트래킹 구축</a:t>
            </a:r>
            <a:endParaRPr lang="en-US" sz="1400" dirty="0"/>
          </a:p>
        </p:txBody>
      </p:sp>
      <p:sp>
        <p:nvSpPr>
          <p:cNvPr id="311" name="Text 9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인프라·비용·온프렘 서버 모니터링을 Grafana Cloud로 통합, Cross-Account IAM Trust Policy 이슈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서비스 CloudWatch 대시보드 + SLO 기반 Alert 설계, Alert Rule 약 26개 운영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Sentry 애플리케이션 에러 트래킹 도입, coreservice/Keycloak 서비스별 Slack 알림 채널 분리</a:t>
            </a:r>
            <a:endParaRPr lang="en-US" sz="1000" dirty="0"/>
          </a:p>
        </p:txBody>
      </p:sp>
      <p:sp>
        <p:nvSpPr>
          <p:cNvPr id="312" name="Text 10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장애 인지 시간 단축, 팀 전체 브라우저 대시보드 접근 가능</a:t>
            </a:r>
            <a:endParaRPr lang="en-US" sz="950" dirty="0"/>
          </a:p>
        </p:txBody>
      </p:sp>
      <p:sp>
        <p:nvSpPr>
          <p:cNvPr id="105" name="Shape 3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4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5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6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09" name="Text 7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10" name="Text 8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1" name="Text 9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12" name="Text 10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3/3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451050" y="1188720"/>
            <a:ext cx="7289596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451050" y="1188720"/>
            <a:ext cx="7289596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451050" y="1417320"/>
            <a:ext cx="7289596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633930" y="1188720"/>
            <a:ext cx="69238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633930" y="1188720"/>
            <a:ext cx="69238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2024.01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679650" y="1783080"/>
            <a:ext cx="683239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찜이벤트 트랜잭션 지연·오류 원인 진단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9650" y="2514600"/>
            <a:ext cx="6832396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APM 도구로 7개 업무 영역의 응답 지연·오류 트랜잭션을 먼저 폭넓게 살펴보고, 스레드 분석 도구로 원인을 정밀하게 좁혀가는 2단계 진단 체계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로그를 유형별로 분류 — 클라이언트 이탈, 외부 API 응답 시간 초과, DB 데이터 제약 위반 등 패턴 정리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 트랜잭션의 실행 상태를 추적한 결과 대부분 외부 응답을 기다리는 상태로 확인, 자체 서버·DB 처리 지연이 아닌 외부 연동 API 응답 지연으로 원인 특정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업무별로 흩어져 있던 원인불명 이슈를 공통 원인(외부 API 응답 지연)으로 통합 진단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79650" y="5852160"/>
            <a:ext cx="68323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7개 업무 영역 지연 원인 공통 특정, 예약·멤버십 시스템은 트래픽 제한 조치로 대응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1230</Words>
  <Application>Microsoft Macintosh PowerPoint</Application>
  <PresentationFormat>와이드스크린</PresentationFormat>
  <Paragraphs>174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2026-09-08T06:32:38Z</dcterms:modified>
</cp:coreProperties>
</file>