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2025.05~2025.06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CDN 이관 (Akamai → CloudFront)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라이선스 비용 부담으로 CloudFront 전환, Route53 가중치 기반 단계적 트래픽 이관으로 리스크 최소화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Edge 규칙(리다이렉션, 헤더 조작, 이미지 최적화)을 Lambda@Edge로 재구현해 기능 연속성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CloudWatch·Athena 로그 분석으로 국가별 Latency·Cache Hit Ratio 최적화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운영비용 약 15% 절감, 무중단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2023.10~2024.03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운송통합시스템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Nutanix 장비 구축 및 펌웨어 업데이트, 네트워크/VM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LENA WEB/WAS 구성 및 OS 보안조치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APM(TunA) Transaction Trace 기반 트랜잭션 로그 분석으로 병목 구간·Memory Leak 포인트 파악 및 사전 제거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안정적인 운송통합시스템 전환, TunA 기반 사전 진단으로 장애 예방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satchat/Keycloak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