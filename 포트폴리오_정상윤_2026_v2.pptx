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6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33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07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INFRASTRUCTURE / DEVOPS ENGINEER · PORTFOLIO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운영자 경력 및 역량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요약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담당 업무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931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983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 및 사례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CAREER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요약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515258" cy="5120640"/>
          </a:xfrm>
          <a:prstGeom prst="roundRect">
            <a:avLst>
              <a:gd name="adj" fmla="val 2081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51525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3515258" cy="2468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2016.06 – 2021.07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IBM KTS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기술지원 엔지니어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30580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금융/IT/공공 주요 고객사(네이버, 한국거래소 등) 인프라 구축·고도화 지원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대신증권·삼성카드·KB그룹 등 금융권 IDC 이전 프로젝트 다수 수행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30건 이상 하드웨어/OS 장애 대응 및 예방 점검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8218" y="1234440"/>
            <a:ext cx="3515258" cy="5120640"/>
          </a:xfrm>
          <a:prstGeom prst="roundRect">
            <a:avLst>
              <a:gd name="adj" fmla="val 2081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338218" y="1234440"/>
            <a:ext cx="351525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38218" y="1490472"/>
            <a:ext cx="3515258" cy="2468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38218" y="12344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2021.07 – 2025.06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1920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6818" y="228600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제주항공 인프라 운영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6818" y="2743200"/>
            <a:ext cx="30580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vSphere/Nutanix 온프레미스 + AWS 하이브리드 인프라 설계·운영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EKS 전환/고도화, IaC 자동화, 월 2,500만원 비용 절감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동접 30만 명 규모 이벤트 대응, ISMS 인증 대응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7797" y="1234440"/>
            <a:ext cx="3515258" cy="5120640"/>
          </a:xfrm>
          <a:prstGeom prst="roundRect">
            <a:avLst>
              <a:gd name="adj" fmla="val 2081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27797" y="1234440"/>
            <a:ext cx="351525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127797" y="1490472"/>
            <a:ext cx="3515258" cy="2468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127797" y="123444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2026.02 – 현재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56397" y="192024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56397" y="228600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DevOps 엔지니어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56397" y="2743200"/>
            <a:ext cx="30580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딥러닝 서빙 온프레미스→ECS 이관, Terraform IaC 전환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Suricata/Wazuh/IAM Roles Anywhere 기반 온프렘 보안 모니터링 구축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이상탐지 대응 후 CSPM(Prowler) 도입, 사내 개발자 포탈 구축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담당 업무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 (제주항공 인프라 운영)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18608" cy="870509"/>
          </a:xfrm>
          <a:prstGeom prst="roundRect">
            <a:avLst>
              <a:gd name="adj" fmla="val 8403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152" cy="87050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EKS/클라우드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929384"/>
            <a:ext cx="486140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Managed Node Group EKS 클러스터 </a:t>
            </a:r>
            <a:r>
              <a:rPr lang="en-US" sz="95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구축·무중단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업그레이드</a:t>
            </a:r>
            <a:endParaRPr lang="en-US" sz="950" dirty="0">
              <a:solidFill>
                <a:srgbClr val="1A1A2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Terraform/CloudFormation IaC 전환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617013"/>
            <a:ext cx="5318608" cy="870509"/>
          </a:xfrm>
          <a:prstGeom prst="roundRect">
            <a:avLst>
              <a:gd name="adj" fmla="val 8403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617013"/>
            <a:ext cx="73152" cy="87050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690165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(Jenkins)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46197"/>
            <a:ext cx="486140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Jenkins 마스터/에이전트 운영 및 부하 </a:t>
            </a:r>
            <a:r>
              <a:rPr lang="en-US" sz="95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스케일링</a:t>
            </a:r>
            <a:endParaRPr lang="en-US" sz="950" dirty="0">
              <a:solidFill>
                <a:srgbClr val="1A1A2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build-test-ECR push-배포승인-deploy 멀티스테이지 파이프라인 설계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633826"/>
            <a:ext cx="5318608" cy="870509"/>
          </a:xfrm>
          <a:prstGeom prst="roundRect">
            <a:avLst>
              <a:gd name="adj" fmla="val 8403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633826"/>
            <a:ext cx="73152" cy="87050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706978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네트워크/트래픽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63010"/>
            <a:ext cx="486140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NLB/ALB·Route53·CloudFront 기반 대용량 트래픽 아키텍처 설계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동접 30만 명 이벤트 대응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4650638"/>
            <a:ext cx="5318608" cy="870509"/>
          </a:xfrm>
          <a:prstGeom prst="roundRect">
            <a:avLst>
              <a:gd name="adj" fmla="val 8403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650638"/>
            <a:ext cx="73152" cy="87050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72379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비용/모니터링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979822"/>
            <a:ext cx="486140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Kubecost 기반 Right-sizing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CloudWatch/TunA/Athena 로그 분석 및 장애 대응</a:t>
            </a:r>
          </a:p>
        </p:txBody>
      </p:sp>
      <p:sp>
        <p:nvSpPr>
          <p:cNvPr id="22" name="Shape 20"/>
          <p:cNvSpPr/>
          <p:nvPr/>
        </p:nvSpPr>
        <p:spPr>
          <a:xfrm>
            <a:off x="548640" y="5667451"/>
            <a:ext cx="5318608" cy="870509"/>
          </a:xfrm>
          <a:prstGeom prst="roundRect">
            <a:avLst>
              <a:gd name="adj" fmla="val 8403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5667451"/>
            <a:ext cx="73152" cy="87050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2960" y="5740603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보안/온프레미스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996635"/>
            <a:ext cx="486140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IAM 권한 체계·SG 정비로 ISMS 대응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vSphere/Nutanix 하이브리드 인프라 및 미들웨어(LENA) 운영</a:t>
            </a:r>
          </a:p>
        </p:txBody>
      </p:sp>
      <p:sp>
        <p:nvSpPr>
          <p:cNvPr id="26" name="Text 24"/>
          <p:cNvSpPr/>
          <p:nvPr/>
        </p:nvSpPr>
        <p:spPr>
          <a:xfrm>
            <a:off x="6324448" y="114300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 (DevOps 엔지니어)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4448" y="1600200"/>
            <a:ext cx="5318608" cy="1117600"/>
          </a:xfrm>
          <a:prstGeom prst="roundRect">
            <a:avLst>
              <a:gd name="adj" fmla="val 6504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24448" y="1600200"/>
            <a:ext cx="73152" cy="1117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98768" y="167640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자동화 / CI-CD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98768" y="1930400"/>
            <a:ext cx="4861408" cy="71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Terraform 기반 AWS 리소스 코드화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Bitbucket Pipelines PR 파이프라인 구축(변경 디렉토리 자동 탐지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OIDC 인증)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승인 게이트 설계</a:t>
            </a:r>
          </a:p>
        </p:txBody>
      </p:sp>
      <p:sp>
        <p:nvSpPr>
          <p:cNvPr id="31" name="Shape 29"/>
          <p:cNvSpPr/>
          <p:nvPr/>
        </p:nvSpPr>
        <p:spPr>
          <a:xfrm>
            <a:off x="6324448" y="2857500"/>
            <a:ext cx="5318608" cy="762000"/>
          </a:xfrm>
          <a:prstGeom prst="roundRect">
            <a:avLst>
              <a:gd name="adj" fmla="val 6504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324448" y="2857500"/>
            <a:ext cx="73152" cy="76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98768" y="293370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GPU/컨테이너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98768" y="3187700"/>
            <a:ext cx="4861408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GPU 딥러닝 서빙을 ECS로 이관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VRAM 예산 기반 스케줄링 설계</a:t>
            </a:r>
          </a:p>
        </p:txBody>
      </p:sp>
      <p:sp>
        <p:nvSpPr>
          <p:cNvPr id="35" name="Shape 33"/>
          <p:cNvSpPr/>
          <p:nvPr/>
        </p:nvSpPr>
        <p:spPr>
          <a:xfrm>
            <a:off x="6324448" y="3759200"/>
            <a:ext cx="5318608" cy="762000"/>
          </a:xfrm>
          <a:prstGeom prst="roundRect">
            <a:avLst>
              <a:gd name="adj" fmla="val 6504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24448" y="3759200"/>
            <a:ext cx="73152" cy="762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98768" y="383540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모니터링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98768" y="4089400"/>
            <a:ext cx="4861408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Suricata(네트워크)·Wazuh(호스트)·IAM Roles Anywhere(인증) 계층형 탐지 체계 구축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CSPM(Prowler) 도입</a:t>
            </a:r>
          </a:p>
        </p:txBody>
      </p:sp>
      <p:sp>
        <p:nvSpPr>
          <p:cNvPr id="39" name="Shape 37"/>
          <p:cNvSpPr/>
          <p:nvPr/>
        </p:nvSpPr>
        <p:spPr>
          <a:xfrm>
            <a:off x="6324448" y="4660900"/>
            <a:ext cx="5318608" cy="584200"/>
          </a:xfrm>
          <a:prstGeom prst="roundRect">
            <a:avLst>
              <a:gd name="adj" fmla="val 6504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324448" y="4660900"/>
            <a:ext cx="73152" cy="584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598768" y="473710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포탈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98768" y="4991100"/>
            <a:ext cx="486140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Keycloak SSO·SSH 접근 자동화·서비스 카탈로그 등 사내 개발자 포탈 기능 설계·구축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00442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PROJECT 1/4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IBM KTS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금융권 IDC 이전 프로젝트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KB그룹·대신저축은행·교보생명 등 금융 IDC 이전 다수 참여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IBM PowerSystem/AIX 서버 절체, OS 데이터 migration, HACMP 이중화 구성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계획 수립부터 기능·시스템 검증까지 전 과정 담당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무중단 서버 절체 및 검증 완료 (10건 내외)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3458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53458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2021.07~2021.12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82058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 예약 시스템 EKS 전환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2058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SITA 기반 Legacy 시스템 → EKS 클라우드 네이티브 전환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MQ 기반 캐시 동기화 체계 구축으로 다국어/예약정보 정합성 확보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ELK 통합 로그, NLB/ALB 계층별 트래픽 분산 설계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2058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무중단 전환, 홈페이지·예약 시스템 클라우드 네이티브화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58277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158277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158277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2024.12~2025.04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86877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EKS 노드그룹 최적화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86877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Kubecost/Prometheus 리소스 분석 기반 노드그룹 19개→5개 통합 제안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미사용 SG/LB/EBS 전수 조사 삭제, Terraform IaC 전환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 정비 중 노드그룹 단위 공유 구조 파악 → 이후 아키텍처 진단 근거로 활용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6877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월 2,500만원(연 3억원) 비용 절감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PROJECT 2/4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 트래픽 DB 장애 대응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트래픽 폭증으로 CPU 부하·DB 커넥션 고갈, 서비스 중단 발생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협업으로 병목 지점 파악, RDS Proxy 도입 결정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R/O 인스턴스 간 세션 분배 정상화 및 커넥션 풀 효율 개선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대용량 트래픽 이벤트 시 중단 미발생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3458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53458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AK아이에스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2021.07~2025.06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82058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→ NetWorker 백업 체계 전환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2058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EKS 전환으로 드러난 백업 체계 공백 확인, 온프렘 통합로그 서버 구축 및 ELK 설정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NetBackup → NetWorker 전환, 감사/컴플라이언스 대응 위해 시스템 중요도별 백업 보관기간·주기 정책 재정립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4년간(2021.07~2025.06) 약 500TB, 약 500건 규모 백업 지속 운영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2058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백업·복구 기반 장애 시간 최소화 기여, 감사 대응 백업 정책 표준화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58277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158277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158277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2026.06~07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86877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딥러닝 서빙 마이그레이션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86877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이중화·모니터링·배포자동화 없던 온프렘 GPU 서버를 ECS로 이관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GPU 인스턴스에 서비스 3개를 VRAM 예산 맞춰 스케줄링 설계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콘솔로 급조한 ALB/타겟그룹을 Terraform으로 편입, 관리 일원화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6877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ECS 3개 서비스 정상 운영, Terraform 단독 관리 전환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PROJECT 3/4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2026.06~07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온프렘 보안 모니터링 스택 구축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네트워크(Suricata)→호스트(Wazuh)→인증(IAM Roles Anywhere)→리포트(Slack) 계층 설계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초기 노이즈(오탐 등) 커스텀 룰로 제거 — High 2,725건→0건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Wazuh/GuardDuty/CloudTrail 통합 Slack 데일리 리포트 체계 구축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3대 서버 상시 탐지·매일 아침 통합 보안 리포트 운영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3458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353458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36338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82058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이상탐지 대응 &amp; CSPM 도입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2058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GuardDuty 기반 이상 탐지 시나리오 대응, IAM 액세스키 이상 사용 확인 및 조치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중 'AWS 설정 상시 감사 수단 부재'라는 근본 공백 확인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CSPM(Prowler) Self-Hosted 구축, 스캔 결과를 개발자 포탈에 연동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82058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사후 대응(로깅)에서 사전 예방(상시 감사)까지 체계 확장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58277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158277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158277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41157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86877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개발자 포탈 구축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86877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Keycloak SSO 연동, 신규 서버 등록 시 계정/키 세팅 자동화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ECS 서비스 카탈로그·실시간 상태 대시보드 구축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 알림→슬랙 등록 수동 흐름을 장애 관리 자동화로 전환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온프렘 서버 SSH 접근 자동화 — </a:t>
            </a:r>
            <a:r>
              <a:rPr lang="en-US" sz="100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EC2는 SSM·온프렘은 SSH로 실행 경로 분기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6877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접근제어/장애관리 전 과정 셀프서비스화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PROJECT 4/4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프로젝트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484778" cy="5166360"/>
          </a:xfrm>
          <a:prstGeom prst="roundRect">
            <a:avLst>
              <a:gd name="adj" fmla="val 2099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8477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484778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TelePIX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파이프라인 고도화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02757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Bitbucket Pipelines 기반 Terraform PR 파이프라인 — 변경 디렉토리·모듈 의존 관계 자동 탐지 후 plan 실행, OIDC로 AWS 역할 assume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노이즈 필터링으로 리뷰어가 실제 변경 리소스만 확인 가능하도록 개선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관리 자동화 — git 대신 S3로 분리, 파이프라인 Role에 GetObject만 최소 권한 부여해 plan 실패 문제 해결</a:t>
            </a:r>
            <a:endParaRPr lang="en-US" sz="10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승인 게이트 — 포탈 승인을 Bitbucket API로 서버가 재검증하는 상태머신 설계, 웹훅 차단 환경은 폴링으로 우회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무리뷰 배포 구조 차단 및 PR 파이프라인 안정화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CAPABILITY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 및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444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기반 비용 최적화 제안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0136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관리형 노드그룹 19개로 파편화, 워크로드 대비 비용 비정상적으로 높음
</a:t>
            </a:r>
            <a:r>
              <a:rPr lang="en-US" sz="950" b="1" dirty="0">
                <a:solidFill>
                  <a:srgbClr val="1F6F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Kubecost/Prometheus 분석 후 통합 로드맵 선제 제안 → 19개→5개 축소, IaC 전환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월 2,500만원(연 3억원) 절감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8728" y="114300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61608" y="1325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61608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64528" y="1307592"/>
            <a:ext cx="444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협업 기반 장애 대응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180136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 폭증 시 특정 Read-Only 인스턴스에 부하 집중, DB 커넥션 고갈
</a:t>
            </a:r>
            <a:r>
              <a:rPr lang="en-US" sz="950" b="1" dirty="0">
                <a:solidFill>
                  <a:srgbClr val="1F6F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운영자와 병목 지점 공동 진단 → RDS Proxy 도입으로 세션 분배 정상화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53048" y="30175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대용량 트래픽 이벤트 중단 미발생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913632"/>
            <a:ext cx="444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 아키텍처 성격 진단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40740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노드그룹이 업무별로 분리되어 있다는 사실만으로 MSA 여부 판단 애매
</a:t>
            </a:r>
            <a:r>
              <a:rPr lang="en-US" sz="950" b="1" dirty="0">
                <a:solidFill>
                  <a:srgbClr val="1F6F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배포/데이터/네트워크/통신 4축으로 SG·DB 계정·MQ 용도 직접 추적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구성정의서에 절충형 구조로 근거와 함께 명시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8728" y="374904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D8E3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461608" y="3931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61608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4528" y="3913632"/>
            <a:ext cx="444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대응을 예방 체계로 확장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53048" y="4407408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이상 탐지 대응 과정에서 '설정 상시 감사 수단 부재' 확인
</a:t>
            </a:r>
            <a:r>
              <a:rPr lang="en-US" sz="950" b="1" dirty="0">
                <a:solidFill>
                  <a:srgbClr val="1F6F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</a:t>
            </a: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대응(로깅 강화)에 그치지 않고 CSPM(Prowler) 도입 제안·구축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53048" y="562356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전 계정 매일 스캔, 개발자 포탈에서 상시 확인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E2513B-FB6C-904F-AF77-175794ADACE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3dd43db-d59a-4ac4-907a-983a70013d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1230</Words>
  <Application>Microsoft Macintosh PowerPoint</Application>
  <PresentationFormat>와이드스크린</PresentationFormat>
  <Paragraphs>174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정상윤/정보통신공학과</cp:lastModifiedBy>
  <cp:revision>3</cp:revision>
  <dcterms:created xsi:type="dcterms:W3CDTF">2026-09-04T08:49:19Z</dcterms:created>
  <dcterms:modified xsi:type="dcterms:W3CDTF">2026-09-08T06:32:38Z</dcterms:modified>
</cp:coreProperties>
</file>