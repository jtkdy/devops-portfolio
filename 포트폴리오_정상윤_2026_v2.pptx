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6" r:id="rId16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17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208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1/4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2/4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노이즈(veth 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3/4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편입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4/4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4415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11094415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10637215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106372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1129</Words>
  <Application>Microsoft Macintosh PowerPoint</Application>
  <PresentationFormat>와이드스크린</PresentationFormat>
  <Paragraphs>164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Pretendard</vt:lpstr>
      <vt:lpstr>Arial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2</cp:revision>
  <dcterms:created xsi:type="dcterms:W3CDTF">2026-09-04T08:49:19Z</dcterms:created>
  <dcterms:modified xsi:type="dcterms:W3CDTF">2026-09-04T09:56:46Z</dcterms:modified>
</cp:coreProperties>
</file>