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ECR push·Pod 배포까지의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ELK·Kibana 기반 통합 로그 관제,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ELK·Kibana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2023.10~2024.03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운송통합시스템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Nutanix 장비 구축 및 펌웨어 업데이트, 네트워크/VM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LENA WEB/WAS 구성 및 OS 보안조치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APM(TunA) Transaction Trace 기반 트랜잭션 로그 분석으로 병목 구간·Memory Leak 포인트 파악 및 사전 제거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안정적인 운송통합시스템 전환, TunA 기반 사전 진단으로 장애 예방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satchat/Keycloak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