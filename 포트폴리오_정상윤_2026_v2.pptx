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slides/slide1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60" r:id="rId6"/>
    <p:sldId id="261" r:id="rId7"/>
    <p:sldId id="267" r:id="rId17"/>
    <p:sldId id="268" r:id="rId18"/>
    <p:sldId id="262" r:id="rId8"/>
    <p:sldId id="266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3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3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  <Relationship Id="rId18" Type="http://schemas.openxmlformats.org/officeDocument/2006/relationships/slide" Target="slides/slide12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077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INFRASTRUCTURE / DEVOPS ENGINEER · PORTFOLIO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운영자 경력 및 역량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8803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9319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983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CAREER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2016.06 – 2021.07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기술지원 엔지니어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금융/IT/공공 주요 고객사(네이버, 한국거래소 등) 인프라 구축·고도화 지원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대신저축은행·KB그룹 등 금융권 IDC 이전 프로젝트 다수 수행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30건 이상 하드웨어/OS 장애 대응 및 예방 점검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8218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338218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38218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38218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 – 2025.06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66818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66818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제주항공 인프라 운영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66818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vSphere/Nutanix 온프레미스 + AWS 하이브리드 인프라 설계·운영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전환/고도화, IaC 자동화, 월 2,500만원 비용 절감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동접 30만 명 규모 이벤트 대응, ISMS 인증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27797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127797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8127797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127797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2026.02 – 현재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356397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56397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DevOps 엔지니어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356397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온프레미스→ECS 이관, Terraform IaC 전환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Suricata/Wazuh/IAM Roles Anywhere 기반 온프렘 보안 모니터링 구축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후 CSPM(Prowler) 도입, 사내 개발자 포탈 구축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ROLE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 (제주항공 인프라 운영)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673352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EKS/클라우드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1929384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Managed Node Group EKS 클러스터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구축·무중단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업그레이드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Terraform/CloudFormation IaC 전환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617013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2617013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2690165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(Jenkins)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46197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Jenkins 마스터/에이전트 운영 및 부하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스케일링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ECR push·Pod 배포까지의 멀티스테이지 파이프라인 설계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633826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48640" y="3633826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22960" y="3706978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네트워크/트래픽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963010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NLB/ALB·Route53·CloudFront 기반 대용량 트래픽 아키텍처 설계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동접 30만 명 이벤트 대응</a:t>
            </a:r>
          </a:p>
        </p:txBody>
      </p:sp>
      <p:sp>
        <p:nvSpPr>
          <p:cNvPr id="18" name="Shape 16"/>
          <p:cNvSpPr/>
          <p:nvPr/>
        </p:nvSpPr>
        <p:spPr>
          <a:xfrm>
            <a:off x="548640" y="4650638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8640" y="4650638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2960" y="472379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비용/모니터링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4979822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Kubecost 기반 Right-sizing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CloudWatch/TunA/Athena 로그 분석 및 장애 대응</a:t>
            </a:r>
          </a:p>
        </p:txBody>
      </p:sp>
      <p:sp>
        <p:nvSpPr>
          <p:cNvPr id="22" name="Shape 20"/>
          <p:cNvSpPr/>
          <p:nvPr/>
        </p:nvSpPr>
        <p:spPr>
          <a:xfrm>
            <a:off x="548640" y="5667451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8640" y="5667451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740603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보안/온프레미스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996635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IAM 권한 체계·SG 정비로 ISMS 대응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vSphere/Nutanix 하이브리드 인프라 및 미들웨어(LENA) 운영</a:t>
            </a:r>
          </a:p>
        </p:txBody>
      </p:sp>
      <p:sp>
        <p:nvSpPr>
          <p:cNvPr id="26" name="Text 24"/>
          <p:cNvSpPr/>
          <p:nvPr/>
        </p:nvSpPr>
        <p:spPr>
          <a:xfrm>
            <a:off x="6324448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 (DevOps 엔지니어)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24448" y="1600200"/>
            <a:ext cx="5318608" cy="11176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324448" y="1600200"/>
            <a:ext cx="73152" cy="1117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98768" y="1676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자동화 / CI-CD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98768" y="1930400"/>
            <a:ext cx="4861408" cy="71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Terraform 기반 AWS 리소스 코드화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Bitbucket Pipelines PR 파이프라인 구축(변경 디렉토리 자동 탐지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OIDC 인증)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승인 게이트 설계</a:t>
            </a:r>
          </a:p>
        </p:txBody>
      </p:sp>
      <p:sp>
        <p:nvSpPr>
          <p:cNvPr id="31" name="Shape 29"/>
          <p:cNvSpPr/>
          <p:nvPr/>
        </p:nvSpPr>
        <p:spPr>
          <a:xfrm>
            <a:off x="6324448" y="28575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324448" y="28575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98768" y="29337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GPU/컨테이너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98768" y="31877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GPU 딥러닝 서빙을 ECS로 이관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VRAM 예산 기반 스케줄링 설계</a:t>
            </a:r>
          </a:p>
        </p:txBody>
      </p:sp>
      <p:sp>
        <p:nvSpPr>
          <p:cNvPr id="35" name="Shape 33"/>
          <p:cNvSpPr/>
          <p:nvPr/>
        </p:nvSpPr>
        <p:spPr>
          <a:xfrm>
            <a:off x="6324448" y="37592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324448" y="37592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598768" y="3835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모니터링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98768" y="40894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Suricata(네트워크)·Wazuh(호스트)·IAM Roles Anywhere(인증) 계층형 탐지 체계 구축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CSPM(Prowler) 도입</a:t>
            </a:r>
          </a:p>
        </p:txBody>
      </p:sp>
      <p:sp>
        <p:nvSpPr>
          <p:cNvPr id="39" name="Shape 37"/>
          <p:cNvSpPr/>
          <p:nvPr/>
        </p:nvSpPr>
        <p:spPr>
          <a:xfrm>
            <a:off x="6324448" y="4660900"/>
            <a:ext cx="5318608" cy="5842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24448" y="4660900"/>
            <a:ext cx="73152" cy="584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98768" y="47371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포탈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98768" y="4991100"/>
            <a:ext cx="4861408" cy="17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SSO·SSH 접근 자동화·서비스 카탈로그 등 사내 개발자 포탈 기능 설계·구축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004428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IBM KTS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2019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금융권 IDC 이전 프로젝트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KB그룹·대신저축은행·교보생명 등 금융 IDC 이전 다수 참여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PowerSystem/AIX 서버 절체, OS 데이터 migration, HACMP 이중화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계획 수립부터 기능·시스템 검증까지 전 과정 담당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서버 절체 및 검증 완료 (10건 내외)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1/3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2021.07~2021.12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 예약 시스템 EKS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SITA 기반 Legacy 시스템 → EKS 클라우드 네이티브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MQ 기반 캐시 동기화 체계 구축으로 다국어/예약정보 정합성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ELK·Kibana 기반 통합 로그 관제, NLB/ALB 계층별 트래픽 분산 설계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전환, 홈페이지·예약 시스템 클라우드 네이티브화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2024.12~2025.04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노드그룹 최적화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리소스 분석 기반 노드그룹 19개→5개 통합 제안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SG/LB/EBS 전수 조사 삭제, Terraform IaC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SG 정비 중 노드그룹 단위 공유 구조 파악 → 이후 아키텍처 진단 근거로 활용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2,500만원(연 3억원) 비용 절감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 트래픽 DB 장애 대응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"찜" 이벤트 당시 동접 약 30만 명 트래픽 폭증으로 CPU 부하·DB 커넥션 고갈, 서비스 중단 발생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협업으로 병목 지점 파악, RDS Proxy 도입 결정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R/O 인스턴스 간 세션 분배 정상화 및 커넥션 풀 효율 개선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대용량 트래픽 이벤트 시 중단 미발생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2/3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2021.07~2025.06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백업 체계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전환으로 드러난 백업 체계 공백 확인, 온프렘 통합로그 서버 구축 및 ELK·Kibana 설정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전환, 감사/컴플라이언스 대응 위해 시스템 중요도별 백업 보관기간·주기 정책 재정립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4년간(2021.07~2025.06) 약 500TB, 약 500건 규모 백업 지속 운영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백업·복구 기반 장애 시간 최소화 기여, 감사 대응 백업 정책 표준화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2025.05~2025.06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CDN 이관 (Akamai → CloudFront)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Akamai 라이선스 비용 부담으로 CloudFront 전환, Route53 가중치 기반 단계적 트래픽 이관으로 리스크 최소화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Akamai Edge 규칙(리다이렉션, 헤더 조작, 이미지 최적화)을 Lambda@Edge로 재구현해 기능 연속성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CloudWatch·Athena 로그 분석으로 국가별 Latency·Cache Hit Ratio 최적화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운영비용 약 15% 절감, 무중단 전환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2023.10~2024.03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운송통합시스템 구축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Nutanix 장비 구축 및 펌웨어 업데이트, 네트워크/VM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LENA WEB/WAS 구성 및 OS 보안조치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APM(TunA) Transaction Trace 기반 트랜잭션 로그 분석으로 병목 구간·Memory Leak 포인트 파악 및 사전 제거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안정적인 운송통합시스템 전환, TunA 기반 사전 진단으로 장애 예방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1/2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마이그레이션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이중화·모니터링·배포자동화 없던 온프렘 GPU 서버를 ECS로 이관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GPU 인스턴스에 서비스 3개를 VRAM 예산 맞춰 스케줄링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콘솔로 급조한 ALB/타겟그룹을 Terraform으로 편입, 관리 일원화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ECS 3개 서비스 정상 운영, Terraform 단독 관리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보안 모니터링 스택 구축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네트워크(Suricata)→호스트(Wazuh)→인증(IAM Roles Anywhere)→리포트(Slack) 계층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초기 노이즈(오탐 등) 커스텀 룰로 제거 — High 2,725건→0건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Wazuh/GuardDuty/CloudTrail 통합 Slack 데일리 리포트 체계 구축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3대 서버 상시 탐지·매일 아침 통합 보안 리포트 운영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&amp; CSPM 도입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GuardDuty 기반 이상 탐지 시나리오 대응, IAM 액세스키 이상 사용 확인 및 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 중 'AWS 설정 상시 감사 수단 부재'라는 근본 공백 확인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CSPM(Prowler) Self-Hosted 구축, 스캔 결과를 개발자 포탈에 연동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사후 대응(로깅)에서 사전 예방(상시 감사)까지 체계 확장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2/2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개발자 포탈 구축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 연동, 신규 서버 등록 시 계정/키 세팅 자동화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ECS 서비스 카탈로그·실시간 상태 대시보드 구축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 알림→슬랙 등록 수동 흐름을 장애 관리 자동화로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서버 SSH 접근 자동화 — 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접근제어/장애관리 전 과정 셀프서비스화</a:t>
            </a:r>
            <a:endParaRPr lang="en-US" sz="950" dirty="0"/>
          </a:p>
        </p:txBody>
      </p:sp>
      <p:sp>
        <p:nvSpPr>
          <p:cNvPr id="305" name="Shape 3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6" name="Shape 4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7" name="Shape 5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8" name="Text 6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309" name="Text 7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2026.03~09</a:t>
            </a:r>
            <a:endParaRPr lang="en-US" sz="950" dirty="0"/>
          </a:p>
        </p:txBody>
      </p:sp>
      <p:sp>
        <p:nvSpPr>
          <p:cNvPr id="310" name="Text 8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Grafana 통합 모니터링 &amp; Sentry 에러 트래킹 구축</a:t>
            </a:r>
            <a:endParaRPr lang="en-US" sz="1400" dirty="0"/>
          </a:p>
        </p:txBody>
      </p:sp>
      <p:sp>
        <p:nvSpPr>
          <p:cNvPr id="311" name="Text 9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인프라·비용·온프렘 서버 모니터링을 Grafana Cloud로 통합, Cross-Account IAM Trust Policy 이슈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서비스 CloudWatch 대시보드 + SLO 기반 Alert 설계, Alert Rule 약 26개 운영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Sentry 애플리케이션 에러 트래킹 도입, coreservice/Keycloak 서비스별 Slack 알림 채널 분리</a:t>
            </a:r>
            <a:endParaRPr lang="en-US" sz="1000" dirty="0"/>
          </a:p>
        </p:txBody>
      </p:sp>
      <p:sp>
        <p:nvSpPr>
          <p:cNvPr id="312" name="Text 10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장애 인지 시간 단축, 팀 전체 브라우저 대시보드 접근 가능</a:t>
            </a:r>
            <a:endParaRPr lang="en-US" sz="950" dirty="0"/>
          </a:p>
        </p:txBody>
      </p:sp>
      <p:sp>
        <p:nvSpPr>
          <p:cNvPr id="105" name="Shape 3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6" name="Shape 4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7" name="Shape 5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6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09" name="Text 7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110" name="Text 8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파이프라인 고도화</a:t>
            </a:r>
            <a:endParaRPr lang="en-US" sz="1400" dirty="0"/>
          </a:p>
        </p:txBody>
      </p:sp>
      <p:sp>
        <p:nvSpPr>
          <p:cNvPr id="111" name="Text 9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Bitbucket Pipelines 기반 Terraform PR 파이프라인 — 변경 디렉토리·모듈 의존 관계 자동 탐지 후 plan 실행, OIDC로 AWS 역할 assume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plan 노이즈 필터링으로 리뷰어가 실제 변경 리소스만 확인 가능하도록 개선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관리 자동화 — git 대신 S3로 분리, 파이프라인 Role에 GetObject만 최소 권한 부여해 plan 실패 문제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승인 게이트 — 포탈 승인을 Bitbucket API로 서버가 재검증하는 상태머신 설계, 웹훅 차단 환경은 폴링으로 우회</a:t>
            </a:r>
            <a:endParaRPr lang="en-US" sz="1000" dirty="0"/>
          </a:p>
        </p:txBody>
      </p:sp>
      <p:sp>
        <p:nvSpPr>
          <p:cNvPr id="112" name="Text 10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무리뷰 배포 구조 차단 및 PR 파이프라인 안정화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기반 비용 최적화 제안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관리형 노드그룹 19개로 파편화, 워크로드 대비 비용 비정상적으로 높음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분석 후 통합 로드맵 선제 제안 → 19개→5개 축소, IaC 전환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월 2,500만원(연 3억원) 절감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8728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61608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61608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64528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 기반 장애 대응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트래픽 폭증 시 특정 Read-Only 인스턴스에 부하 집중, DB 커넥션 고갈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운영자와 병목 지점 공동 진단 → RDS Proxy 도입으로 세션 분배 정상화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53048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대용량 트래픽 이벤트 중단 미발생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4440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기반 아키텍처 성격 진단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노드그룹이 업무별로 분리되어 있다는 사실만으로 MSA 여부 판단 애매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배포/데이터/네트워크/통신 4축으로 SG·DB 계정·MQ 용도 직접 추적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구성정의서에 절충형 구조로 근거와 함께 명시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461608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61608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64528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대응을 예방 체계로 확장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53048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 탐지 대응 과정에서 '설정 상시 감사 수단 부재' 확인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 대응(로깅 강화)에 그치지 않고 CSPM(Prowler) 도입 제안·구축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53048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전 계정 매일 스캔, 개발자 포탈에서 상시 확인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3/3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451050" y="1188720"/>
            <a:ext cx="7289596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451050" y="1188720"/>
            <a:ext cx="7289596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2451050" y="1417320"/>
            <a:ext cx="7289596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633930" y="1188720"/>
            <a:ext cx="69238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633930" y="1188720"/>
            <a:ext cx="69238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2024.01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679650" y="1783080"/>
            <a:ext cx="683239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찜이벤트 트랜잭션 지연·오류 원인 진단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79650" y="2514600"/>
            <a:ext cx="6832396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APM 도구로 7개 업무 영역의 응답 지연·오류 트랜잭션을 먼저 넓게 스크리닝하고, 스레드 분석 도구로 원인을 정밀 추적하는 2단계 진단 체계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로그를 유형별로 분류 — 클라이언트 이탈, 외부 API 응답 시간 초과, DB 데이터 제약 위반 등 패턴 정리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지연 트랜잭션의 실행 상태를 추적한 결과 대부분 외부 응답을 기다리는 상태로 확인, 자체 서버·DB 처리 지연이 아닌 외부 연동 API 응답 지연으로 원인 특정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업무별로 흩어져 있던 원인불명 이슈를 공통 원인(외부 API 응답 지연)으로 통합 진단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79650" y="5852160"/>
            <a:ext cx="68323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7개 업무 영역 지연 원인 공통 특정, 예약·멤버십 시스템은 트래픽 제한 조치로 대응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E2513B-FB6C-904F-AF77-175794ADACE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d43db-d59a-4ac4-907a-983a70013de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1230</Words>
  <Application>Microsoft Macintosh PowerPoint</Application>
  <PresentationFormat>와이드스크린</PresentationFormat>
  <Paragraphs>174</Paragraphs>
  <Slides>10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정상윤/정보통신공학과</cp:lastModifiedBy>
  <cp:revision>3</cp:revision>
  <dcterms:created xsi:type="dcterms:W3CDTF">2026-09-04T08:49:19Z</dcterms:created>
  <dcterms:modified xsi:type="dcterms:W3CDTF">2026-09-08T06:32:38Z</dcterms:modified>
</cp:coreProperties>
</file>